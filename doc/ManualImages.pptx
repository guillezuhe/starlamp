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6" r:id="rId2"/>
  </p:sldIdLst>
  <p:sldSz cx="12192000" cy="46974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83172" autoAdjust="0"/>
  </p:normalViewPr>
  <p:slideViewPr>
    <p:cSldViewPr snapToGrid="0">
      <p:cViewPr>
        <p:scale>
          <a:sx n="125" d="100"/>
          <a:sy n="125" d="100"/>
        </p:scale>
        <p:origin x="936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595B52-898E-45AE-B004-2EF17EDC31CA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574675" y="1143000"/>
            <a:ext cx="80073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AC7BA9B-9978-453A-B878-9C5B4806D039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76237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-574675" y="1143000"/>
            <a:ext cx="8007350" cy="30861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es-ES" dirty="0"/>
              <a:t>Tulipa</a:t>
            </a:r>
          </a:p>
          <a:p>
            <a:pPr marL="228600" indent="-228600">
              <a:buAutoNum type="arabicPeriod"/>
            </a:pPr>
            <a:r>
              <a:rPr lang="es-ES" dirty="0"/>
              <a:t>Base</a:t>
            </a:r>
          </a:p>
          <a:p>
            <a:pPr marL="228600" indent="-228600">
              <a:buAutoNum type="arabicPeriod"/>
            </a:pPr>
            <a:r>
              <a:rPr lang="es-ES" dirty="0"/>
              <a:t>Led del botón</a:t>
            </a:r>
          </a:p>
          <a:p>
            <a:pPr marL="228600" indent="-228600">
              <a:buAutoNum type="arabicPeriod"/>
            </a:pPr>
            <a:r>
              <a:rPr lang="es-ES" dirty="0"/>
              <a:t>Botón</a:t>
            </a:r>
          </a:p>
          <a:p>
            <a:pPr marL="228600" indent="-228600">
              <a:buAutoNum type="arabicPeriod"/>
            </a:pPr>
            <a:r>
              <a:rPr lang="es-ES" dirty="0"/>
              <a:t>Puerto USB-c</a:t>
            </a:r>
          </a:p>
          <a:p>
            <a:pPr marL="228600" indent="-228600">
              <a:buAutoNum type="arabicPeriod"/>
            </a:pPr>
            <a:r>
              <a:rPr lang="es-ES" dirty="0"/>
              <a:t>Entrada de alimentación 5V</a:t>
            </a:r>
            <a:endParaRPr lang="en-U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AC7BA9B-9978-453A-B878-9C5B4806D03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96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768767"/>
            <a:ext cx="9144000" cy="1635396"/>
          </a:xfrm>
        </p:spPr>
        <p:txBody>
          <a:bodyPr anchor="b"/>
          <a:lstStyle>
            <a:lvl1pPr algn="ctr">
              <a:defRPr sz="41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467230"/>
            <a:ext cx="9144000" cy="1134120"/>
          </a:xfrm>
        </p:spPr>
        <p:txBody>
          <a:bodyPr/>
          <a:lstStyle>
            <a:lvl1pPr marL="0" indent="0" algn="ctr">
              <a:buNone/>
              <a:defRPr sz="1644"/>
            </a:lvl1pPr>
            <a:lvl2pPr marL="313182" indent="0" algn="ctr">
              <a:buNone/>
              <a:defRPr sz="1370"/>
            </a:lvl2pPr>
            <a:lvl3pPr marL="626364" indent="0" algn="ctr">
              <a:buNone/>
              <a:defRPr sz="1233"/>
            </a:lvl3pPr>
            <a:lvl4pPr marL="939546" indent="0" algn="ctr">
              <a:buNone/>
              <a:defRPr sz="1096"/>
            </a:lvl4pPr>
            <a:lvl5pPr marL="1252728" indent="0" algn="ctr">
              <a:buNone/>
              <a:defRPr sz="1096"/>
            </a:lvl5pPr>
            <a:lvl6pPr marL="1565910" indent="0" algn="ctr">
              <a:buNone/>
              <a:defRPr sz="1096"/>
            </a:lvl6pPr>
            <a:lvl7pPr marL="1879092" indent="0" algn="ctr">
              <a:buNone/>
              <a:defRPr sz="1096"/>
            </a:lvl7pPr>
            <a:lvl8pPr marL="2192274" indent="0" algn="ctr">
              <a:buNone/>
              <a:defRPr sz="1096"/>
            </a:lvl8pPr>
            <a:lvl9pPr marL="2505456" indent="0" algn="ctr">
              <a:buNone/>
              <a:defRPr sz="1096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2661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1646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171092"/>
            <a:ext cx="10515600" cy="1953993"/>
          </a:xfrm>
        </p:spPr>
        <p:txBody>
          <a:bodyPr anchor="b"/>
          <a:lstStyle>
            <a:lvl1pPr>
              <a:defRPr sz="411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3143570"/>
            <a:ext cx="10515600" cy="1027559"/>
          </a:xfrm>
        </p:spPr>
        <p:txBody>
          <a:bodyPr/>
          <a:lstStyle>
            <a:lvl1pPr marL="0" indent="0">
              <a:buNone/>
              <a:defRPr sz="1644">
                <a:solidFill>
                  <a:schemeClr val="tx1">
                    <a:tint val="82000"/>
                  </a:schemeClr>
                </a:solidFill>
              </a:defRPr>
            </a:lvl1pPr>
            <a:lvl2pPr marL="313182" indent="0">
              <a:buNone/>
              <a:defRPr sz="1370">
                <a:solidFill>
                  <a:schemeClr val="tx1">
                    <a:tint val="82000"/>
                  </a:schemeClr>
                </a:solidFill>
              </a:defRPr>
            </a:lvl2pPr>
            <a:lvl3pPr marL="626364" indent="0">
              <a:buNone/>
              <a:defRPr sz="1233">
                <a:solidFill>
                  <a:schemeClr val="tx1">
                    <a:tint val="82000"/>
                  </a:schemeClr>
                </a:solidFill>
              </a:defRPr>
            </a:lvl3pPr>
            <a:lvl4pPr marL="939546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4pPr>
            <a:lvl5pPr marL="1252728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5pPr>
            <a:lvl6pPr marL="1565910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6pPr>
            <a:lvl7pPr marL="1879092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7pPr>
            <a:lvl8pPr marL="2192274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8pPr>
            <a:lvl9pPr marL="2505456" indent="0">
              <a:buNone/>
              <a:defRPr sz="1096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0241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250469"/>
            <a:ext cx="5181600" cy="29804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250469"/>
            <a:ext cx="5181600" cy="298046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9793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250094"/>
            <a:ext cx="10515600" cy="907949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9" y="1151519"/>
            <a:ext cx="5157787" cy="564342"/>
          </a:xfrm>
        </p:spPr>
        <p:txBody>
          <a:bodyPr anchor="b"/>
          <a:lstStyle>
            <a:lvl1pPr marL="0" indent="0">
              <a:buNone/>
              <a:defRPr sz="1644" b="1"/>
            </a:lvl1pPr>
            <a:lvl2pPr marL="313182" indent="0">
              <a:buNone/>
              <a:defRPr sz="1370" b="1"/>
            </a:lvl2pPr>
            <a:lvl3pPr marL="626364" indent="0">
              <a:buNone/>
              <a:defRPr sz="1233" b="1"/>
            </a:lvl3pPr>
            <a:lvl4pPr marL="939546" indent="0">
              <a:buNone/>
              <a:defRPr sz="1096" b="1"/>
            </a:lvl4pPr>
            <a:lvl5pPr marL="1252728" indent="0">
              <a:buNone/>
              <a:defRPr sz="1096" b="1"/>
            </a:lvl5pPr>
            <a:lvl6pPr marL="1565910" indent="0">
              <a:buNone/>
              <a:defRPr sz="1096" b="1"/>
            </a:lvl6pPr>
            <a:lvl7pPr marL="1879092" indent="0">
              <a:buNone/>
              <a:defRPr sz="1096" b="1"/>
            </a:lvl7pPr>
            <a:lvl8pPr marL="2192274" indent="0">
              <a:buNone/>
              <a:defRPr sz="1096" b="1"/>
            </a:lvl8pPr>
            <a:lvl9pPr marL="2505456" indent="0">
              <a:buNone/>
              <a:defRPr sz="109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1715861"/>
            <a:ext cx="5157787" cy="2523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151519"/>
            <a:ext cx="5183188" cy="564342"/>
          </a:xfrm>
        </p:spPr>
        <p:txBody>
          <a:bodyPr anchor="b"/>
          <a:lstStyle>
            <a:lvl1pPr marL="0" indent="0">
              <a:buNone/>
              <a:defRPr sz="1644" b="1"/>
            </a:lvl1pPr>
            <a:lvl2pPr marL="313182" indent="0">
              <a:buNone/>
              <a:defRPr sz="1370" b="1"/>
            </a:lvl2pPr>
            <a:lvl3pPr marL="626364" indent="0">
              <a:buNone/>
              <a:defRPr sz="1233" b="1"/>
            </a:lvl3pPr>
            <a:lvl4pPr marL="939546" indent="0">
              <a:buNone/>
              <a:defRPr sz="1096" b="1"/>
            </a:lvl4pPr>
            <a:lvl5pPr marL="1252728" indent="0">
              <a:buNone/>
              <a:defRPr sz="1096" b="1"/>
            </a:lvl5pPr>
            <a:lvl6pPr marL="1565910" indent="0">
              <a:buNone/>
              <a:defRPr sz="1096" b="1"/>
            </a:lvl6pPr>
            <a:lvl7pPr marL="1879092" indent="0">
              <a:buNone/>
              <a:defRPr sz="1096" b="1"/>
            </a:lvl7pPr>
            <a:lvl8pPr marL="2192274" indent="0">
              <a:buNone/>
              <a:defRPr sz="1096" b="1"/>
            </a:lvl8pPr>
            <a:lvl9pPr marL="2505456" indent="0">
              <a:buNone/>
              <a:defRPr sz="1096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715861"/>
            <a:ext cx="5183188" cy="2523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064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408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9767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3161"/>
            <a:ext cx="3932237" cy="1096063"/>
          </a:xfrm>
        </p:spPr>
        <p:txBody>
          <a:bodyPr anchor="b"/>
          <a:lstStyle>
            <a:lvl1pPr>
              <a:defRPr sz="219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676341"/>
            <a:ext cx="6172200" cy="3338208"/>
          </a:xfrm>
        </p:spPr>
        <p:txBody>
          <a:bodyPr/>
          <a:lstStyle>
            <a:lvl1pPr>
              <a:defRPr sz="2192"/>
            </a:lvl1pPr>
            <a:lvl2pPr>
              <a:defRPr sz="1918"/>
            </a:lvl2pPr>
            <a:lvl3pPr>
              <a:defRPr sz="1644"/>
            </a:lvl3pPr>
            <a:lvl4pPr>
              <a:defRPr sz="1370"/>
            </a:lvl4pPr>
            <a:lvl5pPr>
              <a:defRPr sz="1370"/>
            </a:lvl5pPr>
            <a:lvl6pPr>
              <a:defRPr sz="1370"/>
            </a:lvl6pPr>
            <a:lvl7pPr>
              <a:defRPr sz="1370"/>
            </a:lvl7pPr>
            <a:lvl8pPr>
              <a:defRPr sz="1370"/>
            </a:lvl8pPr>
            <a:lvl9pPr>
              <a:defRPr sz="137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09224"/>
            <a:ext cx="3932237" cy="2610762"/>
          </a:xfrm>
        </p:spPr>
        <p:txBody>
          <a:bodyPr/>
          <a:lstStyle>
            <a:lvl1pPr marL="0" indent="0">
              <a:buNone/>
              <a:defRPr sz="1096"/>
            </a:lvl1pPr>
            <a:lvl2pPr marL="313182" indent="0">
              <a:buNone/>
              <a:defRPr sz="959"/>
            </a:lvl2pPr>
            <a:lvl3pPr marL="626364" indent="0">
              <a:buNone/>
              <a:defRPr sz="822"/>
            </a:lvl3pPr>
            <a:lvl4pPr marL="939546" indent="0">
              <a:buNone/>
              <a:defRPr sz="685"/>
            </a:lvl4pPr>
            <a:lvl5pPr marL="1252728" indent="0">
              <a:buNone/>
              <a:defRPr sz="685"/>
            </a:lvl5pPr>
            <a:lvl6pPr marL="1565910" indent="0">
              <a:buNone/>
              <a:defRPr sz="685"/>
            </a:lvl6pPr>
            <a:lvl7pPr marL="1879092" indent="0">
              <a:buNone/>
              <a:defRPr sz="685"/>
            </a:lvl7pPr>
            <a:lvl8pPr marL="2192274" indent="0">
              <a:buNone/>
              <a:defRPr sz="685"/>
            </a:lvl8pPr>
            <a:lvl9pPr marL="2505456" indent="0">
              <a:buNone/>
              <a:defRPr sz="68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47472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313161"/>
            <a:ext cx="3932237" cy="1096063"/>
          </a:xfrm>
        </p:spPr>
        <p:txBody>
          <a:bodyPr anchor="b"/>
          <a:lstStyle>
            <a:lvl1pPr>
              <a:defRPr sz="2192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676341"/>
            <a:ext cx="6172200" cy="3338208"/>
          </a:xfrm>
        </p:spPr>
        <p:txBody>
          <a:bodyPr anchor="t"/>
          <a:lstStyle>
            <a:lvl1pPr marL="0" indent="0">
              <a:buNone/>
              <a:defRPr sz="2192"/>
            </a:lvl1pPr>
            <a:lvl2pPr marL="313182" indent="0">
              <a:buNone/>
              <a:defRPr sz="1918"/>
            </a:lvl2pPr>
            <a:lvl3pPr marL="626364" indent="0">
              <a:buNone/>
              <a:defRPr sz="1644"/>
            </a:lvl3pPr>
            <a:lvl4pPr marL="939546" indent="0">
              <a:buNone/>
              <a:defRPr sz="1370"/>
            </a:lvl4pPr>
            <a:lvl5pPr marL="1252728" indent="0">
              <a:buNone/>
              <a:defRPr sz="1370"/>
            </a:lvl5pPr>
            <a:lvl6pPr marL="1565910" indent="0">
              <a:buNone/>
              <a:defRPr sz="1370"/>
            </a:lvl6pPr>
            <a:lvl7pPr marL="1879092" indent="0">
              <a:buNone/>
              <a:defRPr sz="1370"/>
            </a:lvl7pPr>
            <a:lvl8pPr marL="2192274" indent="0">
              <a:buNone/>
              <a:defRPr sz="1370"/>
            </a:lvl8pPr>
            <a:lvl9pPr marL="2505456" indent="0">
              <a:buNone/>
              <a:defRPr sz="137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1409224"/>
            <a:ext cx="3932237" cy="2610762"/>
          </a:xfrm>
        </p:spPr>
        <p:txBody>
          <a:bodyPr/>
          <a:lstStyle>
            <a:lvl1pPr marL="0" indent="0">
              <a:buNone/>
              <a:defRPr sz="1096"/>
            </a:lvl1pPr>
            <a:lvl2pPr marL="313182" indent="0">
              <a:buNone/>
              <a:defRPr sz="959"/>
            </a:lvl2pPr>
            <a:lvl3pPr marL="626364" indent="0">
              <a:buNone/>
              <a:defRPr sz="822"/>
            </a:lvl3pPr>
            <a:lvl4pPr marL="939546" indent="0">
              <a:buNone/>
              <a:defRPr sz="685"/>
            </a:lvl4pPr>
            <a:lvl5pPr marL="1252728" indent="0">
              <a:buNone/>
              <a:defRPr sz="685"/>
            </a:lvl5pPr>
            <a:lvl6pPr marL="1565910" indent="0">
              <a:buNone/>
              <a:defRPr sz="685"/>
            </a:lvl6pPr>
            <a:lvl7pPr marL="1879092" indent="0">
              <a:buNone/>
              <a:defRPr sz="685"/>
            </a:lvl7pPr>
            <a:lvl8pPr marL="2192274" indent="0">
              <a:buNone/>
              <a:defRPr sz="685"/>
            </a:lvl8pPr>
            <a:lvl9pPr marL="2505456" indent="0">
              <a:buNone/>
              <a:defRPr sz="685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48022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511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250094"/>
            <a:ext cx="2628900" cy="3980840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250094"/>
            <a:ext cx="7734300" cy="398084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798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250094"/>
            <a:ext cx="10515600" cy="90794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250469"/>
            <a:ext cx="10515600" cy="29804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4353806"/>
            <a:ext cx="2743200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5FC8-DB57-485E-9A60-C6049377B8A3}" type="datetimeFigureOut">
              <a:rPr lang="en-US" smtClean="0"/>
              <a:t>12/18/2025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4353806"/>
            <a:ext cx="4114800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4353806"/>
            <a:ext cx="2743200" cy="25009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2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983300-2DEF-4F0E-8866-2087270022B6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89657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26364" rtl="0" eaLnBrk="1" latinLnBrk="0" hangingPunct="1">
        <a:lnSpc>
          <a:spcPct val="90000"/>
        </a:lnSpc>
        <a:spcBef>
          <a:spcPct val="0"/>
        </a:spcBef>
        <a:buNone/>
        <a:defRPr sz="301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6591" indent="-156591" algn="l" defTabSz="626364" rtl="0" eaLnBrk="1" latinLnBrk="0" hangingPunct="1">
        <a:lnSpc>
          <a:spcPct val="90000"/>
        </a:lnSpc>
        <a:spcBef>
          <a:spcPts val="685"/>
        </a:spcBef>
        <a:buFont typeface="Arial" panose="020B0604020202020204" pitchFamily="34" charset="0"/>
        <a:buChar char="•"/>
        <a:defRPr sz="1918" kern="1200">
          <a:solidFill>
            <a:schemeClr val="tx1"/>
          </a:solidFill>
          <a:latin typeface="+mn-lt"/>
          <a:ea typeface="+mn-ea"/>
          <a:cs typeface="+mn-cs"/>
        </a:defRPr>
      </a:lvl1pPr>
      <a:lvl2pPr marL="469773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644" kern="1200">
          <a:solidFill>
            <a:schemeClr val="tx1"/>
          </a:solidFill>
          <a:latin typeface="+mn-lt"/>
          <a:ea typeface="+mn-ea"/>
          <a:cs typeface="+mn-cs"/>
        </a:defRPr>
      </a:lvl2pPr>
      <a:lvl3pPr marL="782955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370" kern="1200">
          <a:solidFill>
            <a:schemeClr val="tx1"/>
          </a:solidFill>
          <a:latin typeface="+mn-lt"/>
          <a:ea typeface="+mn-ea"/>
          <a:cs typeface="+mn-cs"/>
        </a:defRPr>
      </a:lvl3pPr>
      <a:lvl4pPr marL="1096137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4pPr>
      <a:lvl5pPr marL="1409319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5pPr>
      <a:lvl6pPr marL="1722501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6pPr>
      <a:lvl7pPr marL="2035683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7pPr>
      <a:lvl8pPr marL="2348865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8pPr>
      <a:lvl9pPr marL="2662047" indent="-156591" algn="l" defTabSz="626364" rtl="0" eaLnBrk="1" latinLnBrk="0" hangingPunct="1">
        <a:lnSpc>
          <a:spcPct val="90000"/>
        </a:lnSpc>
        <a:spcBef>
          <a:spcPts val="343"/>
        </a:spcBef>
        <a:buFont typeface="Arial" panose="020B0604020202020204" pitchFamily="34" charset="0"/>
        <a:buChar char="•"/>
        <a:defRPr sz="12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1pPr>
      <a:lvl2pPr marL="313182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2pPr>
      <a:lvl3pPr marL="626364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3pPr>
      <a:lvl4pPr marL="939546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4pPr>
      <a:lvl5pPr marL="1252728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5pPr>
      <a:lvl6pPr marL="1565910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6pPr>
      <a:lvl7pPr marL="1879092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7pPr>
      <a:lvl8pPr marL="2192274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8pPr>
      <a:lvl9pPr marL="2505456" algn="l" defTabSz="626364" rtl="0" eaLnBrk="1" latinLnBrk="0" hangingPunct="1">
        <a:defRPr sz="12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upo 26">
            <a:extLst>
              <a:ext uri="{FF2B5EF4-FFF2-40B4-BE49-F238E27FC236}">
                <a16:creationId xmlns:a16="http://schemas.microsoft.com/office/drawing/2014/main" id="{A2D28B58-BEA3-EEEE-251A-92C97898A3C5}"/>
              </a:ext>
            </a:extLst>
          </p:cNvPr>
          <p:cNvGrpSpPr/>
          <p:nvPr/>
        </p:nvGrpSpPr>
        <p:grpSpPr>
          <a:xfrm>
            <a:off x="264679" y="512941"/>
            <a:ext cx="5510293" cy="4981301"/>
            <a:chOff x="775274" y="632248"/>
            <a:chExt cx="4619687" cy="4176194"/>
          </a:xfrm>
        </p:grpSpPr>
        <p:grpSp>
          <p:nvGrpSpPr>
            <p:cNvPr id="10" name="Grupo 9">
              <a:extLst>
                <a:ext uri="{FF2B5EF4-FFF2-40B4-BE49-F238E27FC236}">
                  <a16:creationId xmlns:a16="http://schemas.microsoft.com/office/drawing/2014/main" id="{921D431B-DFBD-7AC4-7D79-DC388D45B97C}"/>
                </a:ext>
              </a:extLst>
            </p:cNvPr>
            <p:cNvGrpSpPr/>
            <p:nvPr/>
          </p:nvGrpSpPr>
          <p:grpSpPr>
            <a:xfrm>
              <a:off x="1026034" y="632248"/>
              <a:ext cx="4368927" cy="4176194"/>
              <a:chOff x="998601" y="1124712"/>
              <a:chExt cx="3644646" cy="3483864"/>
            </a:xfrm>
          </p:grpSpPr>
          <p:sp>
            <p:nvSpPr>
              <p:cNvPr id="5" name="Círculo parcial 4">
                <a:extLst>
                  <a:ext uri="{FF2B5EF4-FFF2-40B4-BE49-F238E27FC236}">
                    <a16:creationId xmlns:a16="http://schemas.microsoft.com/office/drawing/2014/main" id="{CDF859D9-9B6C-9934-5C2F-E0B247B07940}"/>
                  </a:ext>
                </a:extLst>
              </p:cNvPr>
              <p:cNvSpPr/>
              <p:nvPr/>
            </p:nvSpPr>
            <p:spPr>
              <a:xfrm>
                <a:off x="1078992" y="1124712"/>
                <a:ext cx="3483864" cy="3483864"/>
              </a:xfrm>
              <a:prstGeom prst="pie">
                <a:avLst>
                  <a:gd name="adj1" fmla="val 10795504"/>
                  <a:gd name="adj2" fmla="val 2506"/>
                </a:avLst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7" name="Rectángulo 6">
                <a:extLst>
                  <a:ext uri="{FF2B5EF4-FFF2-40B4-BE49-F238E27FC236}">
                    <a16:creationId xmlns:a16="http://schemas.microsoft.com/office/drawing/2014/main" id="{DDF97074-112B-6775-1F8A-982AAE9EE13B}"/>
                  </a:ext>
                </a:extLst>
              </p:cNvPr>
              <p:cNvSpPr/>
              <p:nvPr/>
            </p:nvSpPr>
            <p:spPr>
              <a:xfrm>
                <a:off x="998601" y="2861881"/>
                <a:ext cx="3644646" cy="813816"/>
              </a:xfrm>
              <a:prstGeom prst="rect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" name="Elipse 7">
                <a:extLst>
                  <a:ext uri="{FF2B5EF4-FFF2-40B4-BE49-F238E27FC236}">
                    <a16:creationId xmlns:a16="http://schemas.microsoft.com/office/drawing/2014/main" id="{A69036B3-F80D-9D6E-7A8C-4BDD4ADEEF9B}"/>
                  </a:ext>
                </a:extLst>
              </p:cNvPr>
              <p:cNvSpPr/>
              <p:nvPr/>
            </p:nvSpPr>
            <p:spPr>
              <a:xfrm>
                <a:off x="2546699" y="2994564"/>
                <a:ext cx="548449" cy="548449"/>
              </a:xfrm>
              <a:prstGeom prst="ellipse">
                <a:avLst/>
              </a:prstGeom>
              <a:solidFill>
                <a:schemeClr val="accent6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" name="Elipse 8">
                <a:extLst>
                  <a:ext uri="{FF2B5EF4-FFF2-40B4-BE49-F238E27FC236}">
                    <a16:creationId xmlns:a16="http://schemas.microsoft.com/office/drawing/2014/main" id="{0B0A88F9-03A3-BF55-4A85-7829D9A52218}"/>
                  </a:ext>
                </a:extLst>
              </p:cNvPr>
              <p:cNvSpPr/>
              <p:nvPr/>
            </p:nvSpPr>
            <p:spPr>
              <a:xfrm>
                <a:off x="2603705" y="3051570"/>
                <a:ext cx="434436" cy="43443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D974572E-D0B2-C8F6-5C0E-09831264405A}"/>
                </a:ext>
              </a:extLst>
            </p:cNvPr>
            <p:cNvSpPr txBox="1"/>
            <p:nvPr/>
          </p:nvSpPr>
          <p:spPr>
            <a:xfrm>
              <a:off x="1824875" y="735141"/>
              <a:ext cx="32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Arial" panose="020B0604020202020204" pitchFamily="34" charset="0"/>
                  <a:cs typeface="Arial" panose="020B0604020202020204" pitchFamily="34" charset="0"/>
                </a:rPr>
                <a:t>1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1" name="CuadroTexto 20">
              <a:extLst>
                <a:ext uri="{FF2B5EF4-FFF2-40B4-BE49-F238E27FC236}">
                  <a16:creationId xmlns:a16="http://schemas.microsoft.com/office/drawing/2014/main" id="{AA0302E3-0B07-E0D8-CFAC-B9D20378AC82}"/>
                </a:ext>
              </a:extLst>
            </p:cNvPr>
            <p:cNvSpPr txBox="1"/>
            <p:nvPr/>
          </p:nvSpPr>
          <p:spPr>
            <a:xfrm>
              <a:off x="775274" y="3093458"/>
              <a:ext cx="32004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ES" dirty="0">
                  <a:latin typeface="Arial" panose="020B0604020202020204" pitchFamily="34" charset="0"/>
                  <a:cs typeface="Arial" panose="020B0604020202020204" pitchFamily="34" charset="0"/>
                </a:rPr>
                <a:t>2</a:t>
              </a:r>
              <a:endParaRPr 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CuadroTexto 21">
              <a:extLst>
                <a:ext uri="{FF2B5EF4-FFF2-40B4-BE49-F238E27FC236}">
                  <a16:creationId xmlns:a16="http://schemas.microsoft.com/office/drawing/2014/main" id="{5DCF93B5-37C3-CFA3-2F0D-70B146463E6F}"/>
                </a:ext>
              </a:extLst>
            </p:cNvPr>
            <p:cNvSpPr txBox="1"/>
            <p:nvPr/>
          </p:nvSpPr>
          <p:spPr>
            <a:xfrm>
              <a:off x="2662809" y="2820429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3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3" name="CuadroTexto 22">
              <a:extLst>
                <a:ext uri="{FF2B5EF4-FFF2-40B4-BE49-F238E27FC236}">
                  <a16:creationId xmlns:a16="http://schemas.microsoft.com/office/drawing/2014/main" id="{E69D69E4-9C62-90BB-8F1A-D2DD3C70DBB9}"/>
                </a:ext>
              </a:extLst>
            </p:cNvPr>
            <p:cNvSpPr txBox="1"/>
            <p:nvPr/>
          </p:nvSpPr>
          <p:spPr>
            <a:xfrm>
              <a:off x="3050474" y="3053285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4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grpSp>
        <p:nvGrpSpPr>
          <p:cNvPr id="26" name="Grupo 25">
            <a:extLst>
              <a:ext uri="{FF2B5EF4-FFF2-40B4-BE49-F238E27FC236}">
                <a16:creationId xmlns:a16="http://schemas.microsoft.com/office/drawing/2014/main" id="{BFB12AEF-BE38-03C1-2553-61FD5BAC64D1}"/>
              </a:ext>
            </a:extLst>
          </p:cNvPr>
          <p:cNvGrpSpPr/>
          <p:nvPr/>
        </p:nvGrpSpPr>
        <p:grpSpPr>
          <a:xfrm>
            <a:off x="6607902" y="507231"/>
            <a:ext cx="5211190" cy="4981301"/>
            <a:chOff x="6472810" y="626538"/>
            <a:chExt cx="4368927" cy="4176194"/>
          </a:xfrm>
        </p:grpSpPr>
        <p:sp>
          <p:nvSpPr>
            <p:cNvPr id="12" name="Círculo parcial 11">
              <a:extLst>
                <a:ext uri="{FF2B5EF4-FFF2-40B4-BE49-F238E27FC236}">
                  <a16:creationId xmlns:a16="http://schemas.microsoft.com/office/drawing/2014/main" id="{32380130-6B18-30E0-E300-E41F872D4018}"/>
                </a:ext>
              </a:extLst>
            </p:cNvPr>
            <p:cNvSpPr/>
            <p:nvPr/>
          </p:nvSpPr>
          <p:spPr>
            <a:xfrm>
              <a:off x="6569175" y="626538"/>
              <a:ext cx="4176194" cy="4176194"/>
            </a:xfrm>
            <a:prstGeom prst="pie">
              <a:avLst>
                <a:gd name="adj1" fmla="val 10795504"/>
                <a:gd name="adj2" fmla="val 2506"/>
              </a:avLst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13" name="Rectángulo 12">
              <a:extLst>
                <a:ext uri="{FF2B5EF4-FFF2-40B4-BE49-F238E27FC236}">
                  <a16:creationId xmlns:a16="http://schemas.microsoft.com/office/drawing/2014/main" id="{C6355F7C-277D-3CBE-9C3E-28C5217CE602}"/>
                </a:ext>
              </a:extLst>
            </p:cNvPr>
            <p:cNvSpPr/>
            <p:nvPr/>
          </p:nvSpPr>
          <p:spPr>
            <a:xfrm>
              <a:off x="6472810" y="2708927"/>
              <a:ext cx="4368927" cy="975541"/>
            </a:xfrm>
            <a:prstGeom prst="rect">
              <a:avLst/>
            </a:prstGeom>
            <a:solidFill>
              <a:schemeClr val="tx1">
                <a:lumMod val="65000"/>
                <a:lumOff val="3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Elipse 15">
              <a:extLst>
                <a:ext uri="{FF2B5EF4-FFF2-40B4-BE49-F238E27FC236}">
                  <a16:creationId xmlns:a16="http://schemas.microsoft.com/office/drawing/2014/main" id="{F9FBAF84-A4AA-7A40-3A05-0D78A0145811}"/>
                </a:ext>
              </a:extLst>
            </p:cNvPr>
            <p:cNvSpPr/>
            <p:nvPr/>
          </p:nvSpPr>
          <p:spPr>
            <a:xfrm>
              <a:off x="8541936" y="3108637"/>
              <a:ext cx="230670" cy="230670"/>
            </a:xfrm>
            <a:prstGeom prst="ellipse">
              <a:avLst/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Elipse 16">
              <a:extLst>
                <a:ext uri="{FF2B5EF4-FFF2-40B4-BE49-F238E27FC236}">
                  <a16:creationId xmlns:a16="http://schemas.microsoft.com/office/drawing/2014/main" id="{8DFFF8DB-53FE-3B3E-4C95-9E6015173CF4}"/>
                </a:ext>
              </a:extLst>
            </p:cNvPr>
            <p:cNvSpPr/>
            <p:nvPr/>
          </p:nvSpPr>
          <p:spPr>
            <a:xfrm>
              <a:off x="8607421" y="3174122"/>
              <a:ext cx="99700" cy="997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Rectángulo: esquinas redondeadas 17">
              <a:extLst>
                <a:ext uri="{FF2B5EF4-FFF2-40B4-BE49-F238E27FC236}">
                  <a16:creationId xmlns:a16="http://schemas.microsoft.com/office/drawing/2014/main" id="{0A5597E5-488C-03E8-F58B-14EAA123F2A2}"/>
                </a:ext>
              </a:extLst>
            </p:cNvPr>
            <p:cNvSpPr/>
            <p:nvPr/>
          </p:nvSpPr>
          <p:spPr>
            <a:xfrm>
              <a:off x="7779378" y="3297606"/>
              <a:ext cx="476250" cy="165185"/>
            </a:xfrm>
            <a:prstGeom prst="roundRect">
              <a:avLst>
                <a:gd name="adj" fmla="val 50000"/>
              </a:avLst>
            </a:prstGeom>
            <a:solidFill>
              <a:schemeClr val="bg2">
                <a:lumMod val="9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Rectángulo: esquinas redondeadas 18">
              <a:extLst>
                <a:ext uri="{FF2B5EF4-FFF2-40B4-BE49-F238E27FC236}">
                  <a16:creationId xmlns:a16="http://schemas.microsoft.com/office/drawing/2014/main" id="{6D22A4F3-5DC3-C869-DE10-F8B5D9D9A3E9}"/>
                </a:ext>
              </a:extLst>
            </p:cNvPr>
            <p:cNvSpPr/>
            <p:nvPr/>
          </p:nvSpPr>
          <p:spPr>
            <a:xfrm>
              <a:off x="7811674" y="3355916"/>
              <a:ext cx="411658" cy="48563"/>
            </a:xfrm>
            <a:prstGeom prst="round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CuadroTexto 23">
              <a:extLst>
                <a:ext uri="{FF2B5EF4-FFF2-40B4-BE49-F238E27FC236}">
                  <a16:creationId xmlns:a16="http://schemas.microsoft.com/office/drawing/2014/main" id="{E4ABE2EA-BB63-4228-2D51-B34F7428C871}"/>
                </a:ext>
              </a:extLst>
            </p:cNvPr>
            <p:cNvSpPr txBox="1"/>
            <p:nvPr/>
          </p:nvSpPr>
          <p:spPr>
            <a:xfrm>
              <a:off x="7514890" y="3223972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5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5" name="CuadroTexto 24">
              <a:extLst>
                <a:ext uri="{FF2B5EF4-FFF2-40B4-BE49-F238E27FC236}">
                  <a16:creationId xmlns:a16="http://schemas.microsoft.com/office/drawing/2014/main" id="{B919F70E-781D-BD5F-6822-FF6DA836D77F}"/>
                </a:ext>
              </a:extLst>
            </p:cNvPr>
            <p:cNvSpPr txBox="1"/>
            <p:nvPr/>
          </p:nvSpPr>
          <p:spPr>
            <a:xfrm>
              <a:off x="8738873" y="3060009"/>
              <a:ext cx="320040" cy="3096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s-ES" dirty="0">
                  <a:solidFill>
                    <a:schemeClr val="bg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6</a:t>
              </a:r>
              <a:endParaRPr lang="en-US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28" name="CuadroTexto 27">
            <a:extLst>
              <a:ext uri="{FF2B5EF4-FFF2-40B4-BE49-F238E27FC236}">
                <a16:creationId xmlns:a16="http://schemas.microsoft.com/office/drawing/2014/main" id="{7AA40C07-9A86-B26B-6EE3-3BBBC8B9D075}"/>
              </a:ext>
            </a:extLst>
          </p:cNvPr>
          <p:cNvSpPr txBox="1"/>
          <p:nvPr/>
        </p:nvSpPr>
        <p:spPr>
          <a:xfrm>
            <a:off x="2042671" y="66697"/>
            <a:ext cx="22534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Frontal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CuadroTexto 28">
            <a:extLst>
              <a:ext uri="{FF2B5EF4-FFF2-40B4-BE49-F238E27FC236}">
                <a16:creationId xmlns:a16="http://schemas.microsoft.com/office/drawing/2014/main" id="{9B04D1FB-F364-1A8B-862D-3FE74C69787A}"/>
              </a:ext>
            </a:extLst>
          </p:cNvPr>
          <p:cNvSpPr txBox="1"/>
          <p:nvPr/>
        </p:nvSpPr>
        <p:spPr>
          <a:xfrm>
            <a:off x="8086793" y="66697"/>
            <a:ext cx="2253402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s-ES" dirty="0">
                <a:latin typeface="Arial" panose="020B0604020202020204" pitchFamily="34" charset="0"/>
                <a:cs typeface="Arial" panose="020B0604020202020204" pitchFamily="34" charset="0"/>
              </a:rPr>
              <a:t>Trasera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865613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Tema de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55</TotalTime>
  <Words>21</Words>
  <Application>Microsoft Office PowerPoint</Application>
  <PresentationFormat>Personalizado</PresentationFormat>
  <Paragraphs>15</Paragraphs>
  <Slides>1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GUILLERMO CAMACHO VILLAR</dc:creator>
  <cp:lastModifiedBy>GUILLERMO CAMACHO VILLAR</cp:lastModifiedBy>
  <cp:revision>3</cp:revision>
  <dcterms:created xsi:type="dcterms:W3CDTF">2025-12-18T01:27:47Z</dcterms:created>
  <dcterms:modified xsi:type="dcterms:W3CDTF">2025-12-18T02:23:22Z</dcterms:modified>
</cp:coreProperties>
</file>